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Calibri"/>
              </a:defRPr>
            </a:pPr>
            <a:r>
              <a:t>МИНИСТЕРСТВО ОБРАЗОВАНИЯ РЕСПУБЛИКИ БЕЛАРУСЬ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Calibri"/>
              </a:defRPr>
            </a:pPr>
            <a:r>
              <a:t>БГУ • ФПМИ • 1 курс, 3 группа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Защита отчёта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по учебной вычислительной (ознакомительной) практике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Semantic Media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88"/>
                </a:solidFill>
                <a:latin typeface="Calibri"/>
              </a:defRPr>
            </a:pPr>
            <a:r>
              <a:t>Локальный семантический поиск изображений на базе CLIP, FAISS, PySide6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Фадеев Антон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Calibri"/>
              </a:defRPr>
            </a:pPr>
            <a:r>
              <a:t>Руководитель: ст. преподаватель А. С. Гусейнова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Calibri"/>
              </a:defRPr>
            </a:pPr>
            <a:r>
              <a:t>Минск,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Цели и задачи практики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Цель — закрепление знаний 1-го года обучения через выполнение командного проекта.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Изучение Git (EPAM) — контроль версий, ветвление, merge, rebase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Изучение Python (Яндекс Хендбук) — 270/305 задач, ООП, коллекции, файлы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Разработка приложения «Semantic Media Search» на Python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Стек: CLIP (sentence-transformers), FAISS (векторный поиск), PySide6 (GUI), SQLite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Знакомство с IT-компанией «Международный деловой альянс» (IBA, ПВТ)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Выбранное направление: семантический поиск по медиафайлам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Поиск изображений по смысловому описанию на естественном языке вместо поиска по имени файла.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Экскурсия в IT-компанию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10 июля 2026 — «Международный деловой альянс» (IBA Group, резидент ПВТ с 2022)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Ознакомление с историей компании и рабочими пространствами (Open Space)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Ключевые проекты: АИС «Расчёт налогов», СМДО госорганов, «Канцлер НЕКСТ»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Участие в Госпрограмме «Цифровое развитие Беларуси» — «Конструктор электронных сервисов»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Информация об открытых вакансиях и стажировках для молодых специалистов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Компания активно сотрудничает с вузами и развивает молодёжное предпринимательство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Экскурсия позволила получить полное представление о текущих трендах в ИТ-индустрии Беларуси.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Курс «Контроль версий с помощью Git» (EPAM)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Основы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VCS concept, типы систем контроля версий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Clone, commit, pull, push — базовые операции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.gitignore, отмена изменений (reset, revert)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597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Git GUI, gitk — визуальные инструменты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Продвинутый Git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Ветвление и слияние (branch, merge, rebase)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Cherry-pick — выборочный перенос коммитов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Stash — временное сохранение изменений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97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Стратегии ветвления: Git Flow для командной работы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Для проекта выбрана стратегия Git Flow. Удалённая синхронизация через GitHub.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Курс «Основы Python» (Яндекс Хендбук)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Выполнено 270 из 305 задач. Доп. литература: Эрик Мэтиз «Изучаем Python»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5029200" cy="2103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Базовые конструкции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Множества, словари — коллекции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04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Потоковый ввод/вывод, работа с файлами 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60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Функции, области видимости, передача параметров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169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Обработка исключений (try/except)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645920"/>
            <a:ext cx="5029200" cy="2103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ООП в 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Классы, поля, методы — инкапсуляция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404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self — доступ к атрибутам объекта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60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Наследование и полиморфизм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9169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Паттерн Dependency Injection в проекте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Все темы непосредственно применены в проекте: ООП-архитектура, работа с БД, JSON-конфигурация.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Проект «Semantic Media Search»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Desktop-приложение для семантического поиска изображений по текстовому запросу на русском языке.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Проблема: обычный поиск — только по имени файла (IMG_4821.jpg)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Решение: анализ содержимого через CLIP, поиск по смыслу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Примеры запросов: «фото с морем», «машина зимой», «закат в горах»</a:t>
            </a:r>
          </a:p>
          <a:p>
            <a:pPr>
              <a:spcAft>
                <a:spcPts val="400"/>
              </a:spcAft>
              <a:defRPr sz="1400" b="0">
                <a:solidFill>
                  <a:srgbClr val="888888"/>
                </a:solidFill>
                <a:latin typeface="Calibri"/>
              </a:defRPr>
            </a:pPr>
            <a:r>
              <a:t>  •  Поддерживаемые форматы: .jpg, .jpeg, .png, .webp, .bmp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Архитектурный конвейер:  Папка → Сканер → CLIP Embeddings → FAISS Index → Поиск  |  Запрос → TextEncoder → Вектор → FAISS Search → Результаты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Архитектура и командное разделение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Calibri"/>
              </a:defRPr>
            </a:pPr>
            <a:r>
              <a:t>Фадеев Антон — Application/UI Core      |      Усатов — ML Core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463040"/>
            <a:ext cx="5029200" cy="34747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Application / UI Core (Фадеев А.)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MediaScanner — рекурсивный обход папок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219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Database — SQLite (таблица media_files)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780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FileRepository — CRUD-операции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340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IndexingService — оркестрация индексации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MainWindow — тёмный GUI на PySide6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IndexingWorker — QThread (без зависаний)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021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Rethink — адаптивное переранжирование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581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Composition Root (main.py)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029200" cy="34747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002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 Core (Усатов)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9659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ImageEncoder — CLIP ViT-B-32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2199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TextEncoder — multilingual CLIP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47802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CLIPModel — SentenceTransformer wrapper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340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VectorIndex — FAISS IndexFlatIP + IndexIDMap2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9008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SearchService — оркестрация поиска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Reranker — адаптивное улучшение выдачи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5021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Эмбеддинги: размерность 512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581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Нормализация + cosine similarity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Ключевые компоненты приложения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MediaScanner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pathlib.Path.rglob("*") — рекурсивный обход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Фильтрация по расширениям: .jpg, .png, .webp…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Сбор метаданных: path, size, modified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597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Устойчивость: PermissionError, OSError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Database (SQLite)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PRAGMA journal_mode=WAL — быстрая запись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UNIQUE constraint на path — без дубликатов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TIMESTAMP indexed_at — время индексации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597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App settings: device (GPU/CPU preference)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384048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MainWindow (PySide6)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43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Тёмная минималистичная тема (CSS)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Выбор папки → Индексация → Поиск → Rethink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554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Таблица результатов + двойной клик → открыть файл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1114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Dependency Injection через конструктор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84048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977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IndexingWorker (QThread)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343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Сигналы: progress(processed, total, file)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finished(count) / failed(error_msg)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554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@Slot() run — выполнение в отдельном потоке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1149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Прогресс-бар обновляется без блокировки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ML-ядро: CLIP + FAISS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5029200" cy="25603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CLIP (OpenAI / Sentence-Transformers)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Image encoder: clip-ViT-B-32 (512-мерные эмбеддинги)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Text encoder: clip-ViT-B-32-multilingual-v1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Поддержка русского языка для поисковых запросов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4597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Нормализация эмбеддингов (normalize_embeddings=True)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157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Пакетная обработка: encode_batch(image_paths)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029200" cy="25603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FAISS (Facebook Research)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IndexFlatIP — точный поиск по inner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IndexIDMap2 — mapping internal ID → external 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Save/load для персистентности индекса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597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Косинусная близость через нормализованные векторы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7157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Мгновенный поиск ближайших соседей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14800"/>
            <a:ext cx="5029200" cy="2103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SearchService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617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Принимает текстовый запрос → TextEncoder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73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Поиск по FAISS → топ-K результатов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97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Reranker: адаптивное переранжирование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114800"/>
            <a:ext cx="5029200" cy="2103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2519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Rethink (адаптивный)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177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Настраиваемое время размышления (1–60 сек)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8737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Многопроходный анализ для повышения точности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1297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Запуск в отдельном QThread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Технологический стек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760720"/>
              </a:tblGrid>
              <a:tr h="508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Библиотека / Технология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Назначение в проекте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sentence-transformers (CLIP)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Image &amp; Text embeddings (ViT-B-32, multilingual)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torch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Бэкенд для нейросетевых моделей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faiss-cpu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Векторный поиск: IndexFlatIP + IndexIDMap2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PySide6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Desktop GUI: тёмная тема, QThread, сигналы/слоты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SQLite (sqlite3)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Хранение метаданных: media_files, app_settings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Pillow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Загрузка и декодирование изображений (RGB)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numpy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Работа с массивами embeddings (512-мерные)</a:t>
                      </a:r>
                    </a:p>
                  </a:txBody>
                  <a:tcPr>
                    <a:solidFill>
                      <a:srgbClr val="05050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Git + GitHub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888888"/>
                          </a:solidFill>
                          <a:latin typeface="Calibri"/>
                        </a:defRPr>
                      </a:pPr>
                      <a:r>
                        <a:t>Контроль версий, Git Flow, удалённая синхронизация</a:t>
                      </a:r>
                    </a:p>
                  </a:txBody>
                  <a:tcPr>
                    <a:solidFill>
                      <a:srgbClr val="0A0A0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Итоги практики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Теоретическая подготовка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Курс Git (EPAM): ветвление, merge, rebase, Git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Курс Python (Яндекс): 270/305 задач, ООП, коллекции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Закрепление через практическое применение в проекте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029200" cy="22860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325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Профессиональное ориентирование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Экскурсия в IBA Group (ПВТ)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476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Знакомство с корпоративными проектами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2037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Понимание требований к молодым специалистам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840480"/>
            <a:ext cx="5029200" cy="2103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Практическая реализация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43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Командный проект «Semantic Media Search»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Модульная ООП-архитектура (ML Core + App Core)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554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Интеграция CLIP, FAISS, PySide6, SQLite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5029200" cy="210312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977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Результат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4340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Полностью функционирующее приложение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5994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Исходный код на GitHub с документацией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85546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Навыки командной разработки и CI/CD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Готов ответить на ваши вопросы.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Фадеев Антон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88888"/>
                </a:solidFill>
                <a:latin typeface="Calibri"/>
              </a:defRPr>
            </a:pPr>
            <a:r>
              <a:t>БГУ, ФПМИ, 1 курс, специальность «Информатика»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44444"/>
                </a:solidFill>
                <a:latin typeface="Calibri"/>
              </a:defRPr>
            </a:pPr>
            <a:r>
              <a:t>Минск,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44444"/>
                </a:solidFill>
                <a:latin typeface="Calibri"/>
              </a:defRPr>
            </a:pPr>
            <a:r>
              <a:t>GitHub: github.com/Vlaov/local-semantic-search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